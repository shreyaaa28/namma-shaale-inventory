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Namma-Shaale Inventory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Digital Asset Management for Government Schools</a:t>
            </a:r>
          </a:p>
          <a:p>
            <a:r>
              <a:t>Empowering Schools with Smart Maintenance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Manual inventory tracking is slow and error-prone.</a:t>
            </a:r>
          </a:p>
          <a:p>
            <a:r>
              <a:t>• High risk of asset loss or damage without documentation.</a:t>
            </a:r>
          </a:p>
          <a:p>
            <a:r>
              <a:t>• Proactive maintenance is difficult without data insights.</a:t>
            </a:r>
          </a:p>
          <a:p>
            <a:r>
              <a:t>• Existing solutions often require expensive cloud subscriptions.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Offline-first Android application.</a:t>
            </a:r>
          </a:p>
          <a:p>
            <a:r>
              <a:t>• Integrated local photo storage for physical proof.</a:t>
            </a:r>
          </a:p>
          <a:p>
            <a:r>
              <a:t>• Rule-based advisory engine for maintenance insights.</a:t>
            </a:r>
          </a:p>
          <a:p>
            <a:r>
              <a:t>• Zero reliance on paid cloud services.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Comprehensive Asset Dashboard.</a:t>
            </a:r>
          </a:p>
          <a:p>
            <a:r>
              <a:t>• Dynamic Asset Registration &amp; Search.</a:t>
            </a:r>
          </a:p>
          <a:p>
            <a:r>
              <a:t>• Proactive Health Monitoring System.</a:t>
            </a:r>
          </a:p>
          <a:p>
            <a:r>
              <a:t>• Detailed Issue Logging &amp; Resolution Tracking.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Kotlin &amp; Jetpack Compose for Modern UI.</a:t>
            </a:r>
          </a:p>
          <a:p>
            <a:r>
              <a:t>• Room Database for offline-first data storage.</a:t>
            </a:r>
          </a:p>
          <a:p>
            <a:r>
              <a:t>• CameraX for professional photo integration.</a:t>
            </a:r>
          </a:p>
          <a:p>
            <a:r>
              <a:t>• Rule Engine for Smart Advisories.</a:t>
            </a:r>
          </a:p>
          <a:p>
            <a:r>
              <a:t>• MVVM Architecture for scalability.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100% data privacy and offline capability.</a:t>
            </a:r>
          </a:p>
          <a:p>
            <a:r>
              <a:t>• Zero cost of operation (No cloud bills).</a:t>
            </a:r>
          </a:p>
          <a:p>
            <a:r>
              <a:t>• Improved school infrastructure management.</a:t>
            </a:r>
          </a:p>
          <a:p>
            <a:r>
              <a:t>• Scalable to thousands of government schools.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following slides showcase the actual implementation of the Namma-Shaale Inventory app.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Dashboard Overview</a:t>
            </a:r>
          </a:p>
        </p:txBody>
      </p:sp>
      <p:pic>
        <p:nvPicPr>
          <p:cNvPr id="3" name="Picture 2" descr="media__17781756874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2119414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0" y="13716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/>
            </a:pPr>
            <a:r>
              <a:t>Real-time summary of asset status and smart advisories for maintenance.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Inventory List</a:t>
            </a:r>
          </a:p>
        </p:txBody>
      </p:sp>
      <p:pic>
        <p:nvPicPr>
          <p:cNvPr id="3" name="Picture 2" descr="media__17781756874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816238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0" y="13716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/>
            </a:pPr>
            <a:r>
              <a:t>Comprehensive view of all assets with category filtering and status tags.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Asset Registration</a:t>
            </a:r>
          </a:p>
        </p:txBody>
      </p:sp>
      <p:pic>
        <p:nvPicPr>
          <p:cNvPr id="3" name="Picture 2" descr="media__17781756875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976417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0" y="13716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/>
            </a:pPr>
            <a:r>
              <a:t>User-friendly form with CameraX integration for capturing physical proofs.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Health Checkup Flow</a:t>
            </a:r>
          </a:p>
        </p:txBody>
      </p:sp>
      <p:pic>
        <p:nvPicPr>
          <p:cNvPr id="3" name="Picture 2" descr="media__17781742700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973793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0" y="13716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/>
            </a:pPr>
            <a:r>
              <a:t>Interactive process to verify the physical condition of assets periodically.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Issue Log Tracking</a:t>
            </a:r>
          </a:p>
        </p:txBody>
      </p:sp>
      <p:pic>
        <p:nvPicPr>
          <p:cNvPr id="3" name="Picture 2" descr="media__17781756874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858792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0" y="13716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/>
            </a:pPr>
            <a:r>
              <a:t>Detailed log of damaged items and their resolution status for accountability.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